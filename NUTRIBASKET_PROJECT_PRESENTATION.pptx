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NutriBasket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A Barcode-Scanning Nutrition Assistant for Smart Grocery Shopping</a:t>
            </a:r>
          </a:p>
          <a:p>
            <a:pPr>
              <a:defRPr sz="2000"/>
            </a:pPr>
          </a:p>
          <a:p>
            <a:pPr>
              <a:defRPr sz="1800"/>
            </a:pPr>
            <a:r>
              <a:t>Final Year Project (B.Tech)</a:t>
            </a:r>
          </a:p>
          <a:p>
            <a:pPr>
              <a:defRPr sz="1800"/>
            </a:pPr>
            <a:r>
              <a:t>Submitted by: [Student 1 Name], [Student 2 Name], [Student 3 Name]</a:t>
            </a:r>
          </a:p>
          <a:p>
            <a:pPr>
              <a:defRPr sz="1800"/>
            </a:pPr>
            <a:r>
              <a:t>Under the guidance of: [Guide Name, Designation]</a:t>
            </a:r>
          </a:p>
          <a:p>
            <a:pPr>
              <a:defRPr sz="1800"/>
            </a:pPr>
            <a:r>
              <a:t>[Department Name], [College / Institute Name]</a:t>
            </a:r>
          </a:p>
          <a:p>
            <a:pPr>
              <a:defRPr sz="1800"/>
            </a:pPr>
            <a:r>
              <a:t>Academic Year 20XX - 20XX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Scan a product barcode with your phone camera and instantly see its nutrition info: calories, protein, carbs, fat.</a:t>
            </a:r>
          </a:p>
          <a:p>
            <a:pPr>
              <a:spcAft>
                <a:spcPts val="1000"/>
              </a:spcAft>
              <a:defRPr sz="1800"/>
            </a:pPr>
            <a:r>
              <a:t>Data comes from Open Food Facts - a free, open, crowd-sourced database of packaged foods.</a:t>
            </a:r>
          </a:p>
          <a:p>
            <a:pPr>
              <a:spcAft>
                <a:spcPts val="1000"/>
              </a:spcAft>
              <a:defRPr sz="1800"/>
            </a:pPr>
            <a:r>
              <a:t>Problem: nutrition labels are dense and hard to compare; barcode numbers carry no human-readable meaning.</a:t>
            </a:r>
          </a:p>
          <a:p>
            <a:pPr>
              <a:spcAft>
                <a:spcPts val="1000"/>
              </a:spcAft>
              <a:defRPr sz="1800"/>
            </a:pPr>
            <a:r>
              <a:t>Existing grocery apps are ordering-focused; nutrition-tracking apps require tedious manual entry.</a:t>
            </a:r>
          </a:p>
          <a:p>
            <a:pPr>
              <a:spcAft>
                <a:spcPts val="1000"/>
              </a:spcAft>
              <a:defRPr sz="1800"/>
            </a:pPr>
            <a:r>
              <a:t>NutriBasket combines camera scanning, nutrition lookup, and a priced basket in one 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Camera-based barcode and QR scanner that works in mobile browsers.</a:t>
            </a:r>
          </a:p>
          <a:p>
            <a:pPr>
              <a:spcAft>
                <a:spcPts val="1000"/>
              </a:spcAft>
              <a:defRPr sz="1800"/>
            </a:pPr>
            <a:r>
              <a:t>2. Manual barcode entry fallback with GTIN check-digit validation.</a:t>
            </a:r>
          </a:p>
          <a:p>
            <a:pPr>
              <a:spcAft>
                <a:spcPts val="1000"/>
              </a:spcAft>
              <a:defRPr sz="1800"/>
            </a:pPr>
            <a:r>
              <a:t>3. Backend service fetching and normalizing data from the Open Food Facts API.</a:t>
            </a:r>
          </a:p>
          <a:p>
            <a:pPr>
              <a:spcAft>
                <a:spcPts val="1000"/>
              </a:spcAft>
              <a:defRPr sz="1800"/>
            </a:pPr>
            <a:r>
              <a:t>4. Per-product nutrition display with user-entered prices (INR).</a:t>
            </a:r>
          </a:p>
          <a:p>
            <a:pPr>
              <a:spcAft>
                <a:spcPts val="1000"/>
              </a:spcAft>
              <a:defRPr sz="1800"/>
            </a:pPr>
            <a:r>
              <a:t>5. Nutrition-aware basket with running totals through a simulated checkout flow.</a:t>
            </a:r>
          </a:p>
          <a:p>
            <a:pPr>
              <a:spcAft>
                <a:spcPts val="1000"/>
              </a:spcAft>
              <a:defRPr sz="1800"/>
            </a:pPr>
            <a:r>
              <a:t>6. End-to-end deployment with automated pipelines, verified against live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Three-tier web architecture:</a:t>
            </a:r>
          </a:p>
          <a:p>
            <a:pPr>
              <a:spcAft>
                <a:spcPts val="1000"/>
              </a:spcAft>
              <a:defRPr sz="1800"/>
            </a:pPr>
            <a:r>
              <a:t>- Frontend (React 19 + Vite 8) deployed on Vercel - scanner, product, basket, checkout screens.</a:t>
            </a:r>
          </a:p>
          <a:p>
            <a:pPr>
              <a:spcAft>
                <a:spcPts val="1000"/>
              </a:spcAft>
              <a:defRPr sz="1800"/>
            </a:pPr>
            <a:r>
              <a:t>- Backend (Node.js + Express) deployed on Render - validation, caching, Open Food Facts lookup.</a:t>
            </a:r>
          </a:p>
          <a:p>
            <a:pPr>
              <a:spcAft>
                <a:spcPts val="1000"/>
              </a:spcAft>
              <a:defRPr sz="1800"/>
            </a:pPr>
            <a:r>
              <a:t>- Open Food Facts API - the only external data source.</a:t>
            </a:r>
          </a:p>
          <a:p>
            <a:pPr>
              <a:spcAft>
                <a:spcPts val="1000"/>
              </a:spcAft>
              <a:defRPr sz="1800"/>
            </a:pPr>
            <a:r>
              <a:t>Backend resilience: 10 s timeout, retry with backoff, 24-hour in-memory cache.</a:t>
            </a:r>
          </a:p>
          <a:p>
            <a:pPr>
              <a:spcAft>
                <a:spcPts val="1000"/>
              </a:spcAft>
              <a:defRPr sz="1800"/>
            </a:pPr>
            <a:r>
              <a:t>Deployment: GitHub Actions workflow triggers Render deploys; Vercel rebuilds on push.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Frontend: React 19, Vite 8, @zxing/browser (barcode decoding), plain CSS (emerald theme).</a:t>
            </a:r>
          </a:p>
          <a:p>
            <a:pPr>
              <a:spcAft>
                <a:spcPts val="1000"/>
              </a:spcAft>
              <a:defRPr sz="1800"/>
            </a:pPr>
            <a:r>
              <a:t>Backend: Node.js, Express 4, cors, helmet, dotenv.</a:t>
            </a:r>
          </a:p>
          <a:p>
            <a:pPr>
              <a:spcAft>
                <a:spcPts val="1000"/>
              </a:spcAft>
              <a:defRPr sz="1800"/>
            </a:pPr>
            <a:r>
              <a:t>Data: Open Food Facts API v2 (no API key required), in-memory cache (no database).</a:t>
            </a:r>
          </a:p>
          <a:p>
            <a:pPr>
              <a:spcAft>
                <a:spcPts val="1000"/>
              </a:spcAft>
              <a:defRPr sz="1800"/>
            </a:pPr>
            <a:r>
              <a:t>Hosting: Vercel (frontend), Render free tier (backend), GitHub Actions (auto-deploy).</a:t>
            </a:r>
          </a:p>
          <a:p>
            <a:pPr>
              <a:spcAft>
                <a:spcPts val="1000"/>
              </a:spcAft>
              <a:defRPr sz="1800"/>
            </a:pPr>
            <a:r>
              <a:t>Version control: Git, fork-based workflow with pull requests to upstream.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Real camera scanning with ZXing: permission denied / no camera / busy camera states with retry.</a:t>
            </a:r>
          </a:p>
          <a:p>
            <a:pPr>
              <a:spcAft>
                <a:spcPts val="1000"/>
              </a:spcAft>
              <a:defRPr sz="1800"/>
            </a:pPr>
            <a:r>
              <a:t>Manual entry fallback validated by GTIN check-digit algorithm on both client and server.</a:t>
            </a:r>
          </a:p>
          <a:p>
            <a:pPr>
              <a:spcAft>
                <a:spcPts val="1000"/>
              </a:spcAft>
              <a:defRPr sz="1800"/>
            </a:pPr>
            <a:r>
              <a:t>Normalized API responses: barcode, name, brand, image, pack quantity, nutrition per 100 g / serving.</a:t>
            </a:r>
          </a:p>
          <a:p>
            <a:pPr>
              <a:spcAft>
                <a:spcPts val="1000"/>
              </a:spcAft>
              <a:defRPr sz="1800"/>
            </a:pPr>
            <a:r>
              <a:t>Price input guarded with /^\d+(\.\d{1,2})?$/ so invalid values can never reach basket totals (NaN bug fixed).</a:t>
            </a:r>
          </a:p>
          <a:p>
            <a:pPr>
              <a:spcAft>
                <a:spcPts val="1000"/>
              </a:spcAft>
              <a:defRPr sz="1800"/>
            </a:pPr>
            <a:r>
              <a:t>Error boundary prevents white-screen crashes; cold-start hint for the free-tier backend.</a:t>
            </a:r>
          </a:p>
          <a:p>
            <a:pPr>
              <a:spcAft>
                <a:spcPts val="1000"/>
              </a:spcAft>
              <a:defRPr sz="1800"/>
            </a:pPr>
            <a:r>
              <a:t>Seven-screen flow: welcome, home, scan, product, basket, checkout, success.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Manual, verification-driven testing: linting (0 errors), production builds, live API checks, browser-level testing.</a:t>
            </a:r>
          </a:p>
          <a:p>
            <a:pPr>
              <a:spcAft>
                <a:spcPts val="1000"/>
              </a:spcAft>
              <a:defRPr sz="1800"/>
            </a:pPr>
            <a:r>
              <a:t>T1 valid barcode (Nutella 3017624010701) -&gt; 200 normalized product - PASS.</a:t>
            </a:r>
          </a:p>
          <a:p>
            <a:pPr>
              <a:spcAft>
                <a:spcPts val="1000"/>
              </a:spcAft>
              <a:defRPr sz="1800"/>
            </a:pPr>
            <a:r>
              <a:t>T2 unknown barcode -&gt; 404 not-found state - PASS.</a:t>
            </a:r>
          </a:p>
          <a:p>
            <a:pPr>
              <a:spcAft>
                <a:spcPts val="1000"/>
              </a:spcAft>
              <a:defRPr sz="1800"/>
            </a:pPr>
            <a:r>
              <a:t>T3 invalid barcode -&gt; 400 invalid_barcode, blocked client-side - PASS.</a:t>
            </a:r>
          </a:p>
          <a:p>
            <a:pPr>
              <a:spcAft>
                <a:spcPts val="1000"/>
              </a:spcAft>
              <a:defRPr sz="1800"/>
            </a:pPr>
            <a:r>
              <a:t>T4 price validation rejects e, 1e5, 1.2.3, -5 - PASS.</a:t>
            </a:r>
          </a:p>
          <a:p>
            <a:pPr>
              <a:spcAft>
                <a:spcPts val="1000"/>
              </a:spcAft>
              <a:defRPr sz="1800"/>
            </a:pPr>
            <a:r>
              <a:t>T5-T7 camera permission denied / no camera / cold start handled with hints - PASS.</a:t>
            </a:r>
          </a:p>
          <a:p>
            <a:pPr>
              <a:spcAft>
                <a:spcPts val="1000"/>
              </a:spcAft>
              <a:defRPr sz="1800"/>
            </a:pPr>
            <a:r>
              <a:t>T8-T10 health, service root, basket totals - PASS.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against Live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Frontend: https://nutri-basket-six.vercel.app - 200.</a:t>
            </a:r>
          </a:p>
          <a:p>
            <a:pPr>
              <a:spcAft>
                <a:spcPts val="1000"/>
              </a:spcAft>
              <a:defRPr sz="1800"/>
            </a:pPr>
            <a:r>
              <a:t>Backend: https://nutribasket-api.onrender.com - service info at /, health OK at /health.</a:t>
            </a:r>
          </a:p>
          <a:p>
            <a:pPr>
              <a:spcAft>
                <a:spcPts val="1000"/>
              </a:spcAft>
              <a:defRPr sz="1800"/>
            </a:pPr>
            <a:r>
              <a:t>Product lookup 3017624010701 -&gt; 200; unknown barcode -&gt; 404.</a:t>
            </a:r>
          </a:p>
          <a:p>
            <a:pPr>
              <a:spcAft>
                <a:spcPts val="1000"/>
              </a:spcAft>
              <a:defRPr sz="1800"/>
            </a:pPr>
            <a:r>
              <a:t>CORS restricted to the frontend origin via CLIENT_ORIGIN.</a:t>
            </a:r>
          </a:p>
          <a:p>
            <a:pPr>
              <a:spcAft>
                <a:spcPts val="1000"/>
              </a:spcAft>
              <a:defRPr sz="1800"/>
            </a:pPr>
            <a:r>
              <a:t>Every push auto-deploys via GitHub Actions (verified live).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NaN poisoning of basket totals -&gt; strict price-input validation with a regex guard.</a:t>
            </a:r>
          </a:p>
          <a:p>
            <a:pPr>
              <a:spcAft>
                <a:spcPts val="1000"/>
              </a:spcAft>
              <a:defRPr sz="1800"/>
            </a:pPr>
            <a:r>
              <a:t>Free-tier cold start (~40 s after 15 min idle) -&gt; user-visible hint after 5 s.</a:t>
            </a:r>
          </a:p>
          <a:p>
            <a:pPr>
              <a:spcAft>
                <a:spcPts val="1000"/>
              </a:spcAft>
              <a:defRPr sz="1800"/>
            </a:pPr>
            <a:r>
              <a:t>Camera quirks (iOS autoplay, StrictMode double-mount) -&gt; start on user tap, safe stream cleanup.</a:t>
            </a:r>
          </a:p>
          <a:p>
            <a:pPr>
              <a:spcAft>
                <a:spcPts val="1000"/>
              </a:spcAft>
              <a:defRPr sz="1800"/>
            </a:pPr>
            <a:r>
              <a:t>Unknown OFF codes returning status 1 -&gt; server guards on product_name for real 404s.</a:t>
            </a:r>
          </a:p>
          <a:p>
            <a:pPr>
              <a:spcAft>
                <a:spcPts val="1000"/>
              </a:spcAft>
              <a:defRPr sz="1800"/>
            </a:pPr>
            <a:r>
              <a:t>Secrets hygiene -&gt; API keys kept out of the repo; .gitignore blocks secret file patterns.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Persistence and accounts: PostgreSQL/Supabase for baskets, prices, scan history.</a:t>
            </a:r>
          </a:p>
          <a:p>
            <a:pPr>
              <a:spcAft>
                <a:spcPts val="1000"/>
              </a:spcAft>
              <a:defRPr sz="1800"/>
            </a:pPr>
            <a:r>
              <a:t>Automated tests: unit tests for GTIN validation and API client; end-to-end flow tests.</a:t>
            </a:r>
          </a:p>
          <a:p>
            <a:pPr>
              <a:spcAft>
                <a:spcPts val="1000"/>
              </a:spcAft>
              <a:defRPr sz="1800"/>
            </a:pPr>
            <a:r>
              <a:t>State management migration to Zustand as screens multiply.</a:t>
            </a:r>
          </a:p>
          <a:p>
            <a:pPr>
              <a:spcAft>
                <a:spcPts val="1000"/>
              </a:spcAft>
              <a:defRPr sz="1800"/>
            </a:pPr>
            <a:r>
              <a:t>Real UPI payment gateway instead of the simulated QR screen.</a:t>
            </a:r>
          </a:p>
          <a:p>
            <a:pPr>
              <a:spcAft>
                <a:spcPts val="1000"/>
              </a:spcAft>
              <a:defRPr sz="1800"/>
            </a:pPr>
            <a:r>
              <a:t>Performance: lazy-load the scanner to cut the ~687 KB initial bundle.</a:t>
            </a:r>
          </a:p>
          <a:p>
            <a:pPr>
              <a:spcAft>
                <a:spcPts val="1000"/>
              </a:spcAft>
              <a:defRPr sz="1800"/>
            </a:pPr>
            <a:r>
              <a:t>AI-based nutrition scoring and recommendations; torch / camera-toggle controls.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All six objectives were achieved and verified end-to-end against live data.</a:t>
            </a:r>
          </a:p>
          <a:p>
            <a:pPr>
              <a:spcAft>
                <a:spcPts val="1000"/>
              </a:spcAft>
              <a:defRPr sz="1800"/>
            </a:pPr>
            <a:r>
              <a:t>Thin frontend + resilient caching backend keeps the system simple, free to run, and easy to reproduce.</a:t>
            </a:r>
          </a:p>
          <a:p>
            <a:pPr>
              <a:spcAft>
                <a:spcPts val="1000"/>
              </a:spcAft>
              <a:defRPr sz="1800"/>
            </a:pPr>
            <a:r>
              <a:t>Open data, browser camera APIs, and free hosting tiers combine into a practical nutrition-shopping tool.</a:t>
            </a:r>
          </a:p>
          <a:p>
            <a:pPr>
              <a:spcAft>
                <a:spcPts val="1000"/>
              </a:spcAft>
              <a:defRPr sz="1800"/>
            </a:pPr>
            <a:r>
              <a:t>The architecture and code are open-source and self-deployable from the repository.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Questions welcome.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Live demo: https://nutri-basket-six.vercel.app</a:t>
            </a:r>
          </a:p>
          <a:p>
            <a:pPr>
              <a:spcAft>
                <a:spcPts val="1000"/>
              </a:spcAft>
              <a:defRPr sz="1800"/>
            </a:pPr>
            <a:r>
              <a:t>Repository: https://github.com/Dutta-aman/NutriBasket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