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7" d="100"/>
          <a:sy n="87" d="100"/>
        </p:scale>
        <p:origin x="624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utta-aman/NutriBasket" TargetMode="External"/><Relationship Id="rId2" Type="http://schemas.openxmlformats.org/officeDocument/2006/relationships/hyperlink" Target="https://nutri-basket-six.vercel.app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madhushreemail-stack/NutriBasket" TargetMode="External"/><Relationship Id="rId4" Type="http://schemas.openxmlformats.org/officeDocument/2006/relationships/hyperlink" Target="https://github.com/atanumallick0310-cod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31572" y="279853"/>
            <a:ext cx="7772400" cy="1470025"/>
          </a:xfrm>
        </p:spPr>
        <p:txBody>
          <a:bodyPr/>
          <a:lstStyle/>
          <a:p>
            <a:r>
              <a:rPr dirty="0" err="1"/>
              <a:t>NutriBasket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4543" y="2100943"/>
            <a:ext cx="11549743" cy="5105400"/>
          </a:xfrm>
        </p:spPr>
        <p:txBody>
          <a:bodyPr>
            <a:normAutofit/>
          </a:bodyPr>
          <a:lstStyle/>
          <a:p>
            <a:pPr>
              <a:defRPr sz="1800"/>
            </a:pPr>
            <a:r>
              <a:rPr dirty="0">
                <a:solidFill>
                  <a:schemeClr val="tx1"/>
                </a:solidFill>
              </a:rPr>
              <a:t>A Barcode-Scanning Nutrition Assistant for Smart Grocery Shopping</a:t>
            </a:r>
          </a:p>
          <a:p>
            <a:pPr>
              <a:defRPr sz="2000"/>
            </a:pPr>
            <a:endParaRPr dirty="0">
              <a:solidFill>
                <a:schemeClr val="tx1"/>
              </a:solidFill>
            </a:endParaRPr>
          </a:p>
          <a:p>
            <a:pPr>
              <a:defRPr sz="1800"/>
            </a:pPr>
            <a:r>
              <a:rPr dirty="0">
                <a:solidFill>
                  <a:schemeClr val="tx1"/>
                </a:solidFill>
              </a:rPr>
              <a:t>Final Year Project (</a:t>
            </a:r>
            <a:r>
              <a:rPr dirty="0" err="1">
                <a:solidFill>
                  <a:schemeClr val="tx1"/>
                </a:solidFill>
              </a:rPr>
              <a:t>B.Tech</a:t>
            </a:r>
            <a:r>
              <a:rPr dirty="0">
                <a:solidFill>
                  <a:schemeClr val="tx1"/>
                </a:solidFill>
              </a:rPr>
              <a:t>)</a:t>
            </a:r>
          </a:p>
          <a:p>
            <a:pPr>
              <a:defRPr sz="1800"/>
            </a:pPr>
            <a:r>
              <a:rPr dirty="0">
                <a:solidFill>
                  <a:schemeClr val="tx1"/>
                </a:solidFill>
              </a:rPr>
              <a:t>Submitted by: </a:t>
            </a:r>
            <a:endParaRPr lang="en-US" dirty="0" smtClean="0">
              <a:solidFill>
                <a:schemeClr val="tx1"/>
              </a:solidFill>
            </a:endParaRPr>
          </a:p>
          <a:p>
            <a:pPr>
              <a:defRPr sz="1800"/>
            </a:pPr>
            <a:r>
              <a:rPr dirty="0" smtClean="0">
                <a:solidFill>
                  <a:schemeClr val="tx1"/>
                </a:solidFill>
              </a:rPr>
              <a:t>[</a:t>
            </a:r>
            <a:r>
              <a:rPr dirty="0">
                <a:solidFill>
                  <a:schemeClr val="tx1"/>
                </a:solidFill>
              </a:rPr>
              <a:t>Student 1 Name], [Student 2 Name], [Student 3 Name</a:t>
            </a:r>
            <a:r>
              <a:rPr dirty="0" smtClean="0">
                <a:solidFill>
                  <a:schemeClr val="tx1"/>
                </a:solidFill>
              </a:rPr>
              <a:t>]</a:t>
            </a:r>
            <a:r>
              <a:rPr lang="en-US" dirty="0" smtClean="0">
                <a:solidFill>
                  <a:schemeClr val="tx1"/>
                </a:solidFill>
              </a:rPr>
              <a:t>, </a:t>
            </a:r>
            <a:r>
              <a:rPr lang="en-US" dirty="0">
                <a:solidFill>
                  <a:schemeClr val="tx1"/>
                </a:solidFill>
              </a:rPr>
              <a:t>[Student </a:t>
            </a:r>
            <a:r>
              <a:rPr lang="en-US" dirty="0" smtClean="0">
                <a:solidFill>
                  <a:schemeClr val="tx1"/>
                </a:solidFill>
              </a:rPr>
              <a:t>4 </a:t>
            </a:r>
            <a:r>
              <a:rPr lang="en-US" dirty="0">
                <a:solidFill>
                  <a:schemeClr val="tx1"/>
                </a:solidFill>
              </a:rPr>
              <a:t>Name</a:t>
            </a:r>
            <a:r>
              <a:rPr lang="en-US" dirty="0" smtClean="0">
                <a:solidFill>
                  <a:schemeClr val="tx1"/>
                </a:solidFill>
              </a:rPr>
              <a:t>], </a:t>
            </a:r>
            <a:r>
              <a:rPr lang="en-US" dirty="0">
                <a:solidFill>
                  <a:schemeClr val="tx1"/>
                </a:solidFill>
              </a:rPr>
              <a:t>[Student </a:t>
            </a:r>
            <a:r>
              <a:rPr lang="en-US" dirty="0" smtClean="0">
                <a:solidFill>
                  <a:schemeClr val="tx1"/>
                </a:solidFill>
              </a:rPr>
              <a:t>5 </a:t>
            </a:r>
            <a:r>
              <a:rPr lang="en-US">
                <a:solidFill>
                  <a:schemeClr val="tx1"/>
                </a:solidFill>
              </a:rPr>
              <a:t>Name</a:t>
            </a:r>
            <a:r>
              <a:rPr lang="en-US" smtClean="0">
                <a:solidFill>
                  <a:schemeClr val="tx1"/>
                </a:solidFill>
              </a:rPr>
              <a:t>]</a:t>
            </a:r>
          </a:p>
          <a:p>
            <a:pPr>
              <a:defRPr sz="1800"/>
            </a:pPr>
            <a:endParaRPr dirty="0">
              <a:solidFill>
                <a:schemeClr val="tx1"/>
              </a:solidFill>
            </a:endParaRPr>
          </a:p>
          <a:p>
            <a:pPr>
              <a:defRPr sz="1800"/>
            </a:pPr>
            <a:r>
              <a:rPr dirty="0">
                <a:solidFill>
                  <a:schemeClr val="tx1"/>
                </a:solidFill>
              </a:rPr>
              <a:t>Under the guidance of: </a:t>
            </a:r>
            <a:endParaRPr lang="en-US" dirty="0" smtClean="0">
              <a:solidFill>
                <a:schemeClr val="tx1"/>
              </a:solidFill>
            </a:endParaRPr>
          </a:p>
          <a:p>
            <a:pPr>
              <a:defRPr sz="1800"/>
            </a:pPr>
            <a:r>
              <a:rPr dirty="0" smtClean="0">
                <a:solidFill>
                  <a:schemeClr val="tx1"/>
                </a:solidFill>
              </a:rPr>
              <a:t>[</a:t>
            </a:r>
            <a:r>
              <a:rPr dirty="0">
                <a:solidFill>
                  <a:schemeClr val="tx1"/>
                </a:solidFill>
              </a:rPr>
              <a:t>Guide Name, Designation]</a:t>
            </a:r>
          </a:p>
          <a:p>
            <a:pPr>
              <a:defRPr sz="1800"/>
            </a:pPr>
            <a:r>
              <a:rPr dirty="0">
                <a:solidFill>
                  <a:schemeClr val="tx1"/>
                </a:solidFill>
              </a:rPr>
              <a:t>[Department Name], </a:t>
            </a:r>
            <a:endParaRPr lang="en-US" dirty="0" smtClean="0">
              <a:solidFill>
                <a:schemeClr val="tx1"/>
              </a:solidFill>
            </a:endParaRPr>
          </a:p>
          <a:p>
            <a:pPr>
              <a:defRPr sz="1800"/>
            </a:pPr>
            <a:r>
              <a:rPr dirty="0" smtClean="0">
                <a:solidFill>
                  <a:schemeClr val="tx1"/>
                </a:solidFill>
              </a:rPr>
              <a:t>[</a:t>
            </a:r>
            <a:r>
              <a:rPr dirty="0">
                <a:solidFill>
                  <a:schemeClr val="tx1"/>
                </a:solidFill>
              </a:rPr>
              <a:t>College / Institute Name]</a:t>
            </a:r>
          </a:p>
          <a:p>
            <a:pPr>
              <a:defRPr sz="1800"/>
            </a:pPr>
            <a:r>
              <a:rPr dirty="0">
                <a:solidFill>
                  <a:schemeClr val="tx1"/>
                </a:solidFill>
              </a:rPr>
              <a:t>Academic Year 20XX - 20XX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&amp;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247120" cy="23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 dirty="0"/>
              <a:t>Scan a product barcode with your phone camera and instantly see its nutrition info: calories, protein, carbs, fat.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Data comes from Open Food Facts - a free, open, crowd-sourced database of packaged foods.</a:t>
            </a:r>
          </a:p>
          <a:p>
            <a:pPr>
              <a:spcAft>
                <a:spcPts val="1000"/>
              </a:spcAft>
              <a:defRPr sz="1800"/>
            </a:pPr>
            <a:endParaRPr lang="en-US" dirty="0" smtClean="0"/>
          </a:p>
          <a:p>
            <a:pPr>
              <a:spcAft>
                <a:spcPts val="1000"/>
              </a:spcAft>
              <a:defRPr sz="1800"/>
            </a:pPr>
            <a:r>
              <a:rPr dirty="0" smtClean="0"/>
              <a:t>Problem</a:t>
            </a:r>
            <a:r>
              <a:rPr dirty="0"/>
              <a:t>: nutrition labels are dense and hard to compare; barcode numbers carry no human-readable meaning.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Existing grocery apps are ordering-focused; nutrition-tracking apps require tedious manual entry.</a:t>
            </a:r>
          </a:p>
          <a:p>
            <a:pPr>
              <a:spcAft>
                <a:spcPts val="1000"/>
              </a:spcAft>
              <a:defRPr sz="1800"/>
            </a:pPr>
            <a:r>
              <a:rPr dirty="0" err="1"/>
              <a:t>NutriBasket</a:t>
            </a:r>
            <a:r>
              <a:rPr dirty="0"/>
              <a:t> combines camera scanning, nutrition lookup, and a priced basket in one flow.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4315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 dirty="0"/>
              <a:t>1. Camera-based barcode and QR scanner that works in mobile browsers.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2. Manual barcode entry fallback with GTIN check-digit validation.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3. Backend service fetching and normalizing data from the Open Food Facts API.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4. Per-product nutrition display with user-entered prices (INR).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5. Nutrition-aware basket with running totals through a simulated checkout flow.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6. End-to-end deployment with automated pipelines, verified against live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 dirty="0"/>
              <a:t>Three-tier web architecture: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- Frontend (React 19 + </a:t>
            </a:r>
            <a:r>
              <a:rPr dirty="0" err="1"/>
              <a:t>Vite</a:t>
            </a:r>
            <a:r>
              <a:rPr dirty="0"/>
              <a:t> 8) deployed on </a:t>
            </a:r>
            <a:r>
              <a:rPr dirty="0" err="1"/>
              <a:t>Vercel</a:t>
            </a:r>
            <a:r>
              <a:rPr dirty="0"/>
              <a:t> - scanner, product, basket, checkout screens.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- Backend (Node.js + Express) deployed on Render - validation, caching, Open Food Facts lookup.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- Open Food Facts API - the only external data source.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Backend resilience: 10 s timeout, retry with </a:t>
            </a:r>
            <a:r>
              <a:rPr dirty="0" err="1"/>
              <a:t>backoff</a:t>
            </a:r>
            <a:r>
              <a:rPr dirty="0"/>
              <a:t>, 24-hour in-memory cache.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Deployment: </a:t>
            </a:r>
            <a:r>
              <a:rPr dirty="0" err="1"/>
              <a:t>GitHub</a:t>
            </a:r>
            <a:r>
              <a:rPr dirty="0"/>
              <a:t> Actions workflow triggers Render deploys; </a:t>
            </a:r>
            <a:r>
              <a:rPr dirty="0" err="1"/>
              <a:t>Vercel</a:t>
            </a:r>
            <a:r>
              <a:rPr dirty="0"/>
              <a:t> rebuilds on push.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 dirty="0"/>
              <a:t>Frontend: React 19, </a:t>
            </a:r>
            <a:r>
              <a:rPr dirty="0" err="1"/>
              <a:t>Vite</a:t>
            </a:r>
            <a:r>
              <a:rPr dirty="0"/>
              <a:t> 8, @</a:t>
            </a:r>
            <a:r>
              <a:rPr dirty="0" err="1"/>
              <a:t>zxing</a:t>
            </a:r>
            <a:r>
              <a:rPr dirty="0"/>
              <a:t>/browser (barcode decoding), plain CSS (emerald theme).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Backend: Node.js, Express 4, </a:t>
            </a:r>
            <a:r>
              <a:rPr dirty="0" err="1"/>
              <a:t>cors</a:t>
            </a:r>
            <a:r>
              <a:rPr dirty="0"/>
              <a:t>, helmet, </a:t>
            </a:r>
            <a:r>
              <a:rPr dirty="0" err="1"/>
              <a:t>dotenv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Data: Open Food Facts API v2 (no API key required), in-memory cache (no database).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Hosting: </a:t>
            </a:r>
            <a:r>
              <a:rPr dirty="0" err="1"/>
              <a:t>Vercel</a:t>
            </a:r>
            <a:r>
              <a:rPr dirty="0"/>
              <a:t> (frontend), Render free tier (backend), </a:t>
            </a:r>
            <a:r>
              <a:rPr dirty="0" err="1"/>
              <a:t>GitHub</a:t>
            </a:r>
            <a:r>
              <a:rPr dirty="0"/>
              <a:t> Actions (auto-deploy).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Version control: </a:t>
            </a:r>
            <a:r>
              <a:rPr dirty="0" err="1"/>
              <a:t>Git</a:t>
            </a:r>
            <a:r>
              <a:rPr dirty="0"/>
              <a:t>, fork-based workflow with pull requests to upstream.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Implementation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 dirty="0"/>
              <a:t>Real camera scanning with </a:t>
            </a:r>
            <a:r>
              <a:rPr dirty="0" err="1"/>
              <a:t>ZXing</a:t>
            </a:r>
            <a:r>
              <a:rPr dirty="0"/>
              <a:t>: permission denied / no camera / busy camera states with retry.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Manual entry fallback validated by GTIN check-digit algorithm on both client and server.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Normalized API responses: barcode, name, brand, image, pack quantity, nutrition per 100 g / serving.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Price input guarded with /^\d+(\.\d{1,2})?$/ so invalid values can never reach basket totals (</a:t>
            </a:r>
            <a:r>
              <a:rPr dirty="0" err="1"/>
              <a:t>NaN</a:t>
            </a:r>
            <a:r>
              <a:rPr dirty="0"/>
              <a:t> bug fixed).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Error boundary prevents white-screen crashes; cold-start hint for the free-tier backend.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Seven-screen flow: welcome, home, scan, product, basket, checkout, success.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&amp;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 dirty="0"/>
              <a:t>Manual, verification-driven testing: </a:t>
            </a:r>
            <a:r>
              <a:rPr dirty="0" err="1"/>
              <a:t>linting</a:t>
            </a:r>
            <a:r>
              <a:rPr dirty="0"/>
              <a:t> (0 errors), production builds, live API checks, browser-level testing.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T1 valid barcode (</a:t>
            </a:r>
            <a:r>
              <a:rPr dirty="0" err="1"/>
              <a:t>Nutella</a:t>
            </a:r>
            <a:r>
              <a:rPr dirty="0"/>
              <a:t> 3017624010701) -&gt; 200 normalized product - PASS.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T2 unknown barcode -&gt; 404 not-found state - PASS.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T3 invalid barcode -&gt; 400 </a:t>
            </a:r>
            <a:r>
              <a:rPr dirty="0" err="1"/>
              <a:t>invalid_barcode</a:t>
            </a:r>
            <a:r>
              <a:rPr dirty="0"/>
              <a:t>, blocked client-side - PASS.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T4 price validation rejects e, 1e5, 1.2.3, -5 - PASS.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T5-T7 camera permission denied / no camera / cold start handled with hints - PASS.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T8-T10 health, service root, basket totals - PASS.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Verification against Live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Frontend: https://nutri-basket-six.vercel.app - 200.</a:t>
            </a:r>
          </a:p>
          <a:p>
            <a:pPr>
              <a:spcAft>
                <a:spcPts val="1000"/>
              </a:spcAft>
              <a:defRPr sz="1800"/>
            </a:pPr>
            <a:r>
              <a:t>Backend: https://nutribasket-api.onrender.com - service info at /, health OK at /health.</a:t>
            </a:r>
          </a:p>
          <a:p>
            <a:pPr>
              <a:spcAft>
                <a:spcPts val="1000"/>
              </a:spcAft>
              <a:defRPr sz="1800"/>
            </a:pPr>
            <a:r>
              <a:t>Product lookup 3017624010701 -&gt; 200; unknown barcode -&gt; 404.</a:t>
            </a:r>
          </a:p>
          <a:p>
            <a:pPr>
              <a:spcAft>
                <a:spcPts val="1000"/>
              </a:spcAft>
              <a:defRPr sz="1800"/>
            </a:pPr>
            <a:r>
              <a:t>CORS restricted to the frontend origin via CLIENT_ORIGIN.</a:t>
            </a:r>
          </a:p>
          <a:p>
            <a:pPr>
              <a:spcAft>
                <a:spcPts val="1000"/>
              </a:spcAft>
              <a:defRPr sz="1800"/>
            </a:pPr>
            <a:r>
              <a:t>Every push auto-deploys via GitHub Actions (verified live).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 &amp;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NaN poisoning of basket totals -&gt; strict price-input validation with a regex guard.</a:t>
            </a:r>
          </a:p>
          <a:p>
            <a:pPr>
              <a:spcAft>
                <a:spcPts val="1000"/>
              </a:spcAft>
              <a:defRPr sz="1800"/>
            </a:pPr>
            <a:r>
              <a:t>Free-tier cold start (~40 s after 15 min idle) -&gt; user-visible hint after 5 s.</a:t>
            </a:r>
          </a:p>
          <a:p>
            <a:pPr>
              <a:spcAft>
                <a:spcPts val="1000"/>
              </a:spcAft>
              <a:defRPr sz="1800"/>
            </a:pPr>
            <a:r>
              <a:t>Camera quirks (iOS autoplay, StrictMode double-mount) -&gt; start on user tap, safe stream cleanup.</a:t>
            </a:r>
          </a:p>
          <a:p>
            <a:pPr>
              <a:spcAft>
                <a:spcPts val="1000"/>
              </a:spcAft>
              <a:defRPr sz="1800"/>
            </a:pPr>
            <a:r>
              <a:t>Unknown OFF codes returning status 1 -&gt; server guards on product_name for real 404s.</a:t>
            </a:r>
          </a:p>
          <a:p>
            <a:pPr>
              <a:spcAft>
                <a:spcPts val="1000"/>
              </a:spcAft>
              <a:defRPr sz="1800"/>
            </a:pPr>
            <a:r>
              <a:t>Secrets hygiene -&gt; API keys kept out of the repo; .gitignore blocks secret file patterns.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 dirty="0"/>
              <a:t>Persistence and accounts: </a:t>
            </a:r>
            <a:r>
              <a:rPr dirty="0" err="1"/>
              <a:t>PostgreSQL</a:t>
            </a:r>
            <a:r>
              <a:rPr dirty="0"/>
              <a:t>/</a:t>
            </a:r>
            <a:r>
              <a:rPr dirty="0" err="1"/>
              <a:t>Supabase</a:t>
            </a:r>
            <a:r>
              <a:rPr dirty="0"/>
              <a:t> for baskets, prices, scan history.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Automated tests: unit tests for GTIN validation and API client; end-to-end flow tests.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State management migration to </a:t>
            </a:r>
            <a:r>
              <a:rPr dirty="0" err="1"/>
              <a:t>Zustand</a:t>
            </a:r>
            <a:r>
              <a:rPr dirty="0"/>
              <a:t> as screens multiply.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Real UPI payment gateway instead of the simulated QR screen.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Performance: lazy-load the scanner to cut the ~687 KB initial bundle.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AI-based nutrition scoring and recommendations; torch / camera-toggle controls.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 dirty="0"/>
              <a:t>All six objectives were achieved and verified end-to-end against live data.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Thin frontend + resilient caching backend keeps the system simple, free to run, and easy to reproduce.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Open data, browser camera APIs, and free hosting tiers combine into a practical nutrition-shopping tool.</a:t>
            </a:r>
          </a:p>
          <a:p>
            <a:pPr>
              <a:spcAft>
                <a:spcPts val="1000"/>
              </a:spcAft>
              <a:defRPr sz="1800"/>
            </a:pPr>
            <a:r>
              <a:rPr dirty="0"/>
              <a:t>The architecture and code are open-source and self-deployable from the repository.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rPr dirty="0"/>
              <a:t>Questions welcome.</a:t>
            </a:r>
          </a:p>
          <a:p>
            <a:pPr>
              <a:spcAft>
                <a:spcPts val="1000"/>
              </a:spcAft>
              <a:defRPr sz="1800"/>
            </a:pPr>
            <a:endParaRPr dirty="0"/>
          </a:p>
          <a:p>
            <a:pPr>
              <a:spcAft>
                <a:spcPts val="1000"/>
              </a:spcAft>
              <a:defRPr sz="1800"/>
            </a:pPr>
            <a:r>
              <a:rPr dirty="0"/>
              <a:t>Live demo: </a:t>
            </a:r>
            <a:r>
              <a:rPr dirty="0">
                <a:hlinkClick r:id="rId2"/>
              </a:rPr>
              <a:t>https://</a:t>
            </a:r>
            <a:r>
              <a:rPr dirty="0" smtClean="0">
                <a:hlinkClick r:id="rId2"/>
              </a:rPr>
              <a:t>nutri-basket-six.vercel.app</a:t>
            </a:r>
            <a:endParaRPr lang="en-US" dirty="0"/>
          </a:p>
          <a:p>
            <a:pPr>
              <a:spcAft>
                <a:spcPts val="1000"/>
              </a:spcAft>
              <a:defRPr sz="1800"/>
            </a:pPr>
            <a:r>
              <a:rPr lang="en-US" dirty="0"/>
              <a:t>Fork Repository: </a:t>
            </a:r>
            <a:r>
              <a:rPr lang="en-US" dirty="0">
                <a:hlinkClick r:id="rId3"/>
              </a:rPr>
              <a:t>https://github.com/Dutta-aman/NutriBasket</a:t>
            </a:r>
            <a:endParaRPr lang="en-US" dirty="0"/>
          </a:p>
          <a:p>
            <a:pPr>
              <a:spcAft>
                <a:spcPts val="1000"/>
              </a:spcAft>
              <a:defRPr sz="1800"/>
            </a:pPr>
            <a:r>
              <a:rPr lang="en-US" dirty="0"/>
              <a:t>Fork Repository: </a:t>
            </a:r>
            <a:r>
              <a:rPr lang="en-US" dirty="0">
                <a:hlinkClick r:id="rId4"/>
              </a:rPr>
              <a:t>https://github.com/atanumallick0310-code</a:t>
            </a:r>
            <a:endParaRPr lang="en-US" dirty="0"/>
          </a:p>
          <a:p>
            <a:pPr>
              <a:spcAft>
                <a:spcPts val="1000"/>
              </a:spcAft>
              <a:defRPr sz="1800"/>
            </a:pPr>
            <a:r>
              <a:rPr lang="en-US" dirty="0"/>
              <a:t>Upstream Repository: </a:t>
            </a:r>
            <a:r>
              <a:rPr lang="en-US" dirty="0">
                <a:hlinkClick r:id="rId5"/>
              </a:rPr>
              <a:t>https://github.com/madhushreemail-stack/NutriBasket</a:t>
            </a:r>
            <a:endParaRPr lang="en-US" dirty="0"/>
          </a:p>
          <a:p>
            <a:pPr>
              <a:spcAft>
                <a:spcPts val="1000"/>
              </a:spcAft>
              <a:defRPr sz="1800"/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934</Words>
  <Application>Microsoft Office PowerPoint</Application>
  <PresentationFormat>Widescreen</PresentationFormat>
  <Paragraphs>85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NutriBasket</vt:lpstr>
      <vt:lpstr>Introduction &amp; Problem Statement</vt:lpstr>
      <vt:lpstr>Objectives</vt:lpstr>
      <vt:lpstr>System Architecture</vt:lpstr>
      <vt:lpstr>Technology Stack</vt:lpstr>
      <vt:lpstr>Implementation Highlights</vt:lpstr>
      <vt:lpstr>Testing &amp; Results</vt:lpstr>
      <vt:lpstr>Verification against Live Deployment</vt:lpstr>
      <vt:lpstr>Challenges &amp; Solutions</vt:lpstr>
      <vt:lpstr>Future Scope</vt:lpstr>
      <vt:lpstr>Conclusion</vt:lpstr>
      <vt:lpstr>Thank You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NutriBasket</dc:title>
  <dc:subject/>
  <dc:creator/>
  <cp:keywords/>
  <dc:description>generated using python-pptx</dc:description>
  <cp:lastModifiedBy>Windows User</cp:lastModifiedBy>
  <cp:revision>19</cp:revision>
  <dcterms:created xsi:type="dcterms:W3CDTF">2013-01-27T09:14:16Z</dcterms:created>
  <dcterms:modified xsi:type="dcterms:W3CDTF">2026-08-01T15:32:59Z</dcterms:modified>
  <cp:category/>
</cp:coreProperties>
</file>